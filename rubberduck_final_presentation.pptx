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RubberDuck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424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6DC5D6"/>
                </a:solidFill>
              </a:rPr>
              <a:t>Intent-aware detection of subtle logic bugs in staged Python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EE5EC"/>
                </a:solidFill>
              </a:rPr>
              <a:t>AI-assisted software engineering project | Nvafeomo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2194560" cy="109728"/>
          </a:xfrm>
          <a:prstGeom prst="rect">
            <a:avLst/>
          </a:prstGeom>
          <a:solidFill>
            <a:srgbClr val="6DC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02544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Modern IDEs catch syntax, type, and null issues well.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They miss bugs that are valid but inconsistent with the developer’s intent.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Examples: wrong dictionary key, wrong loop target, wrong variable reused.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These are cheap to fix, but costly to find after the fact.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02544"/>
                </a:solidFill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Small teams often lack dedicated reviewers or time for deep re-checks.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 longer a bug sits, the harder it is to trace back to its source.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A one-line mistake can cause hours of debugging and false assumptions.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 real goal is early detection before code lands in version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02544"/>
                </a:solidFill>
              </a:rPr>
              <a:t>What other tools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Linters and static analyzers detect structural issues, not intent.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DeepBugs is close in spirit, but it is trained on synthetic edits and does not use a task description.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AI PR review bots are helpful, but they run after the fact and do not know the developer’s intent.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RubberDuck fills that gap by checking staged code against what the developer meant to 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02544"/>
                </a:solidFill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RubberDuck runs before commit, at the exact moment the developer still knows the code intent.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It reviews the staged diff, the relevant file, and target-related code from other files.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It asks whether the code still matches the stated goal instead of declaring a bug without evidence.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If something looks off, it points to the specific line and asks a targeted follow-up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02544"/>
                </a:solidFill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1. The developer stages a change and runs the review command.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2. RubberDuck gathers the diff and full file content for the changed area.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3. It prompts for a short intent statement: “What should this change do?”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4. Relevant definitions from other files are added as context.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5. The model returns a clean pass or a targeted concern.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02544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Git hook / CLI trigger</a:t>
            </a:r>
          </a:p>
          <a:p>
            <a:pPr algn="l">
              <a:spcAft>
                <a:spcPts val="10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Intent prompt and review workflow</a:t>
            </a:r>
          </a:p>
          <a:p>
            <a:pPr algn="l">
              <a:spcAft>
                <a:spcPts val="10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Context retrieval for related definitions</a:t>
            </a:r>
          </a:p>
          <a:p>
            <a:pPr algn="l">
              <a:spcAft>
                <a:spcPts val="10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Structured concern output with line-level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4630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Diff + file context</a:t>
            </a:r>
          </a:p>
          <a:p>
            <a:pPr algn="l">
              <a:spcAft>
                <a:spcPts val="10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Developer intent</a:t>
            </a:r>
          </a:p>
          <a:p>
            <a:pPr algn="l">
              <a:spcAft>
                <a:spcPts val="10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LLM review call</a:t>
            </a:r>
          </a:p>
          <a:p>
            <a:pPr algn="l">
              <a:spcAft>
                <a:spcPts val="10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Pass or targeted follow-up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05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02544"/>
                </a:solidFill>
              </a:rPr>
              <a:t>Review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02544"/>
                </a:solidFill>
              </a:rP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Built in Python as a Git-aware review tool.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Uses the staged diff and full relevant file content instead of isolated snippets.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Leverages Jedi for cross-file lookups and symbol resolution.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Calls the Gemini model using the current diff, intent, and retrieved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02544"/>
                </a:solidFill>
              </a:rPr>
              <a:t>Evaluation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 key question: does developer intent + cross-file context improve detection over code-only review?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We seed real bug patterns using mutation-based operators for subtle logic mistakes.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 evaluation compares multiple conditions: full system, intent-only, context-only, and code-only.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We measure recall, precision, false-positive rate, and whether the feedback is actually actionable.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02544"/>
                </a:solidFill>
              </a:rPr>
              <a:t>Current 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 core tool and evaluation harness are implemented as a real software project.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 workflow is centered on pre-commit review, not post-hoc code review.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 project includes automated mutation-driven evaluation utilities and prompt scaffolding.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 remaining work is refinement: improving retrieval quality and tuning the review prompts.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02544"/>
                </a:solidFill>
              </a:rPr>
              <a:t>Demo and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Demo: run the review flow on a staged change and show how intent changes the review outcome.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 value is not replacing the developer; it is acting like a rubber duck that can ask the right question.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This turns review into a lightweight conversation before the commit instead of a costly debug session later.</a:t>
            </a:r>
          </a:p>
          <a:p>
            <a:pPr algn="l">
              <a:spcAft>
                <a:spcPts val="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The goal is to catch subtle logic bugs when they are still cheap to fix.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6DC5D6"/>
                </a:solidFill>
              </a:rPr>
              <a:t>RubberDuck: a lightweight pre-commit reviewer for subtle logic bugs using developer intent and cross-file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